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UniVis：模型搬上国产 GPU，哪一层算错了，一眼看见。它是开源的大模型逐层对照工具，已在沐曦曦云 C500 上完成真机验证。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同一个模型换了硬件，输出总会有一点不同。数值栈完全正确、和第 17 层算子写错，两者 top-1 一致率都是 96.2%，只看输出分不出来。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四步：teacher forcing 保证逐位置对齐；每层出口投影成 64 维草图；以已知正常的同精度实现作为容差基线；给出 PASS、DIVERGE 或 UNKNOWN。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一行命令，CPU 上 30 秒：报告指出误差从第 17 层的 MLP 输出开始超出正常 bf16 误差 3.3 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故障注入：明显写错的算子全部定位到正确的层和子层；我们也如实标出边界，3% 的细微偏差会被 bf16 噪声淹没。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C500 真机：参考为 RTX 5090 fp32，容差为 RTX 5090 bf16。Qwen2.5 三个规模每一层都在容差的 1.35 倍以内，全部 PASS。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两个发现：沐曦自带的 flash-attention 精度 PASS 且快 1.47 倍；官方镜像默认把 fp32 按 TF32 计算，误差约为严格 fp32 的 290 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严谨性：一次 3.00 倍的报警，经阳性对照确认是基线用了不同的注意力实现；换成同一实现后为 1.02 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无卡可审计：94 项测试、PyPI 已发布、真机结论附环境指纹与脚本；在线体验页可以亲手弄坏一层看它能否被找出来。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路线图：A、B、C 已完成，接下来是逐层耗时与 FlagGems 闭环、量化前后对照。让每个模型在国产 GPU 上算得对。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2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3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4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5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6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7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8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9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0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